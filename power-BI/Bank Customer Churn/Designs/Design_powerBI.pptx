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5F7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392DD-0B9F-8159-8D79-B891A9091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6A1364-4D86-7B77-199E-1F998EE1A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3D0A93-A4B1-CAD7-C2BB-1009C44F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79DE67-70B4-829A-0B19-DACCE81D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FDBD64-87E2-2EDA-CDC3-DC961840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19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27351-36F5-3FCA-5275-EAB512BF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1D6A70-A303-C3D3-AAC4-D5F92F659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9FFB17-7420-A8D2-23A5-CDBABA0B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E03276-C8A6-A3F5-A487-883B1CB5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5F9988-D0B6-0339-66E1-E1F3CD61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3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A78C5-36B6-FE5C-A945-62422EB8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014146-0BF5-86AA-4BCF-DB0197635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93E2C8-687B-F348-CC08-D9EE63C1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B86165-6CD6-9856-A701-3229A0D4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410028-B1E1-4308-5933-96727981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30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35F6B-DEF0-BE27-0519-6C19FDA2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A4D6F9-1576-99B5-30B6-426074BDC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384E96-C3C3-2D36-A060-74B8031F3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29E507-CB49-22AC-72BC-E3ED0063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F77016-CE9C-D3B9-E3FF-DEEC4F147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68EFB8-DEE5-EB3C-FEE8-487F6103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650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DF776-79B2-B8AB-DC24-7DC5623E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3FDC0A-073C-D1CC-66B1-52B6A0004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5C64F7-989D-4C7F-8655-8C8C5FD98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14C010C-BC81-A423-2A64-56F0968F8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C80882-487D-115F-22BE-92E1B0A00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6239612-27ED-840D-E8B7-17B00BC8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72BDFB0-F4DF-4C0C-9290-092E8744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711E70-977E-CA78-8F04-0E663DE7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44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A18E1-B758-1A15-BDDF-B033E475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123341-84AC-7C9B-C69E-0F7C8AFA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EACCA4-48F4-1321-F634-E3C44E01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413CEA-3E55-293E-0B5A-266621D4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84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092E15-02CF-FC8D-E57E-2B6324F3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0519B84-250F-C165-3A1C-3CADD518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4CF369-3773-5B7C-F7D5-71617F02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30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9FB01-1F79-5050-9346-31BD1B94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825A5A-038C-D5B2-BCB6-FB3212BC7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D31176-B039-B733-A6B7-068C08ED7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831E6E-9B9B-C416-B796-5AE31375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D9EB75-8485-2A9F-B023-C2D9878B8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071F37-A659-82B1-2D35-62A5A08E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91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7E71A-2BBB-B928-A7A6-D7F9898C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AFE155-5D94-1054-6307-6CC10D954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F4C6C2-26CA-D155-083B-924EEF512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D6CFAC-31A8-1E0A-9A6C-7CF307BD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E8E228-C2F3-1848-CEA7-84C62DF4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7C9C-6AE9-0348-6A46-CC3C0651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36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EA33-0B1C-24A5-2459-52928FC6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6F0432-7C65-850F-58FB-2B9C24220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1CE1C4-9EC6-BC0C-8AC4-8A2077B2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7C136F-ED2D-2C7E-C3F4-9241D8C3F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03F865-5167-E8B5-0511-ECDEEA64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83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4F2C5F-0968-42C8-A979-122515DBD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1F1A49-D43A-FC86-05AD-704A9C6CF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3DDEB1-8525-6EA6-8F5A-A5CD6E07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80FD26-ADF8-37A9-10AE-9D4B5636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DBEEA5-73F9-DCC2-D0A3-5434E396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20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78CF6E5-1755-90E7-57EF-68FE5D98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55691A-5CA3-45D8-6EAC-90F1F5C8B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B6E683-EC4D-C0EC-02A5-C78AC9A73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1EBF7-6DA2-45F8-AA2C-FA87E5257B09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ED8952-7525-AAAA-8978-F61678B0F5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D996E4-ACE9-E261-E58A-16F6C145D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688E4-B21C-4A15-885E-ECF5A792F2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26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5932C6-E50B-8B9F-D2D1-5C63017A8D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976E611F-E838-BB4E-9ECC-834A87E48797}"/>
              </a:ext>
            </a:extLst>
          </p:cNvPr>
          <p:cNvSpPr/>
          <p:nvPr/>
        </p:nvSpPr>
        <p:spPr>
          <a:xfrm rot="16200000">
            <a:off x="3641559" y="-1692443"/>
            <a:ext cx="6858000" cy="10242885"/>
          </a:xfrm>
          <a:prstGeom prst="round2SameRect">
            <a:avLst>
              <a:gd name="adj1" fmla="val 3158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F3989E8-1ACC-76D3-97DB-05FFDBFEC0C6}"/>
              </a:ext>
            </a:extLst>
          </p:cNvPr>
          <p:cNvSpPr/>
          <p:nvPr/>
        </p:nvSpPr>
        <p:spPr>
          <a:xfrm>
            <a:off x="2251467" y="775154"/>
            <a:ext cx="2182725" cy="9691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9565934-5268-3A15-B210-7FE4A17D1141}"/>
              </a:ext>
            </a:extLst>
          </p:cNvPr>
          <p:cNvSpPr/>
          <p:nvPr/>
        </p:nvSpPr>
        <p:spPr>
          <a:xfrm>
            <a:off x="4736589" y="770059"/>
            <a:ext cx="2182725" cy="9691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47252FF-8A57-96FB-A777-66694D816925}"/>
              </a:ext>
            </a:extLst>
          </p:cNvPr>
          <p:cNvSpPr/>
          <p:nvPr/>
        </p:nvSpPr>
        <p:spPr>
          <a:xfrm>
            <a:off x="7221669" y="770059"/>
            <a:ext cx="2182725" cy="9691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BDC9CEA-0C53-FCFF-B75E-BBDF6AAC1113}"/>
              </a:ext>
            </a:extLst>
          </p:cNvPr>
          <p:cNvSpPr/>
          <p:nvPr/>
        </p:nvSpPr>
        <p:spPr>
          <a:xfrm>
            <a:off x="9706857" y="770059"/>
            <a:ext cx="2182725" cy="9691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A3A1DB9-343C-C2B6-BFA2-3FCF4B7302D1}"/>
              </a:ext>
            </a:extLst>
          </p:cNvPr>
          <p:cNvSpPr/>
          <p:nvPr/>
        </p:nvSpPr>
        <p:spPr>
          <a:xfrm>
            <a:off x="7221721" y="2147624"/>
            <a:ext cx="4667861" cy="20664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88B69F1-467C-583E-3F7E-AC84AC22A702}"/>
              </a:ext>
            </a:extLst>
          </p:cNvPr>
          <p:cNvSpPr/>
          <p:nvPr/>
        </p:nvSpPr>
        <p:spPr>
          <a:xfrm>
            <a:off x="2251467" y="2120391"/>
            <a:ext cx="4667861" cy="20664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190D474-D7DC-0846-040C-7D07B39C80B4}"/>
              </a:ext>
            </a:extLst>
          </p:cNvPr>
          <p:cNvSpPr/>
          <p:nvPr/>
        </p:nvSpPr>
        <p:spPr>
          <a:xfrm>
            <a:off x="2251467" y="4496017"/>
            <a:ext cx="4667861" cy="20664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B9B8A7A1-E65D-A82C-0723-21EEA5D79FA9}"/>
              </a:ext>
            </a:extLst>
          </p:cNvPr>
          <p:cNvSpPr/>
          <p:nvPr/>
        </p:nvSpPr>
        <p:spPr>
          <a:xfrm>
            <a:off x="7221720" y="4496017"/>
            <a:ext cx="4667861" cy="206640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D976B48-10F7-75B5-C4D0-A2FBA63E3C8C}"/>
              </a:ext>
            </a:extLst>
          </p:cNvPr>
          <p:cNvSpPr/>
          <p:nvPr/>
        </p:nvSpPr>
        <p:spPr>
          <a:xfrm>
            <a:off x="72034" y="3541518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B63EF37-A58B-D524-F18C-E5529E9A60E9}"/>
              </a:ext>
            </a:extLst>
          </p:cNvPr>
          <p:cNvSpPr/>
          <p:nvPr/>
        </p:nvSpPr>
        <p:spPr>
          <a:xfrm>
            <a:off x="0" y="2073670"/>
            <a:ext cx="1925169" cy="287031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Filtros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627BD7A-DDF9-7CDA-E2A3-5B28FDD2B280}"/>
              </a:ext>
            </a:extLst>
          </p:cNvPr>
          <p:cNvSpPr/>
          <p:nvPr/>
        </p:nvSpPr>
        <p:spPr>
          <a:xfrm>
            <a:off x="23945" y="97491"/>
            <a:ext cx="1925169" cy="287031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Menus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E6D6E36E-574C-745A-23B9-5A682F01FC6F}"/>
              </a:ext>
            </a:extLst>
          </p:cNvPr>
          <p:cNvSpPr/>
          <p:nvPr/>
        </p:nvSpPr>
        <p:spPr>
          <a:xfrm>
            <a:off x="2973572" y="150189"/>
            <a:ext cx="8193974" cy="41563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2EE2169-EBC0-5ABB-1FF1-E7E581100B62}"/>
              </a:ext>
            </a:extLst>
          </p:cNvPr>
          <p:cNvSpPr/>
          <p:nvPr/>
        </p:nvSpPr>
        <p:spPr>
          <a:xfrm>
            <a:off x="60059" y="2420853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B000DF4-4725-5690-B2B5-CE905228EA89}"/>
              </a:ext>
            </a:extLst>
          </p:cNvPr>
          <p:cNvSpPr/>
          <p:nvPr/>
        </p:nvSpPr>
        <p:spPr>
          <a:xfrm>
            <a:off x="60058" y="4662183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F54EFDD-61B0-8158-48EB-B7CFD45C2DAD}"/>
              </a:ext>
            </a:extLst>
          </p:cNvPr>
          <p:cNvSpPr/>
          <p:nvPr/>
        </p:nvSpPr>
        <p:spPr>
          <a:xfrm>
            <a:off x="60058" y="5782848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41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5932C6-E50B-8B9F-D2D1-5C63017A8D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976E611F-E838-BB4E-9ECC-834A87E48797}"/>
              </a:ext>
            </a:extLst>
          </p:cNvPr>
          <p:cNvSpPr/>
          <p:nvPr/>
        </p:nvSpPr>
        <p:spPr>
          <a:xfrm rot="16200000">
            <a:off x="3641559" y="-1692443"/>
            <a:ext cx="6858000" cy="10242885"/>
          </a:xfrm>
          <a:prstGeom prst="round2SameRect">
            <a:avLst>
              <a:gd name="adj1" fmla="val 3158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F3989E8-1ACC-76D3-97DB-05FFDBFEC0C6}"/>
              </a:ext>
            </a:extLst>
          </p:cNvPr>
          <p:cNvSpPr/>
          <p:nvPr/>
        </p:nvSpPr>
        <p:spPr>
          <a:xfrm>
            <a:off x="3024182" y="1241032"/>
            <a:ext cx="3122428" cy="9691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9565934-5268-3A15-B210-7FE4A17D1141}"/>
              </a:ext>
            </a:extLst>
          </p:cNvPr>
          <p:cNvSpPr/>
          <p:nvPr/>
        </p:nvSpPr>
        <p:spPr>
          <a:xfrm>
            <a:off x="3024183" y="2524628"/>
            <a:ext cx="3122427" cy="9691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190D474-D7DC-0846-040C-7D07B39C80B4}"/>
              </a:ext>
            </a:extLst>
          </p:cNvPr>
          <p:cNvSpPr/>
          <p:nvPr/>
        </p:nvSpPr>
        <p:spPr>
          <a:xfrm>
            <a:off x="2251467" y="3826042"/>
            <a:ext cx="4667861" cy="27363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D976B48-10F7-75B5-C4D0-A2FBA63E3C8C}"/>
              </a:ext>
            </a:extLst>
          </p:cNvPr>
          <p:cNvSpPr/>
          <p:nvPr/>
        </p:nvSpPr>
        <p:spPr>
          <a:xfrm>
            <a:off x="72034" y="3541518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B63EF37-A58B-D524-F18C-E5529E9A60E9}"/>
              </a:ext>
            </a:extLst>
          </p:cNvPr>
          <p:cNvSpPr/>
          <p:nvPr/>
        </p:nvSpPr>
        <p:spPr>
          <a:xfrm>
            <a:off x="0" y="2073670"/>
            <a:ext cx="1925169" cy="287031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Filtros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627BD7A-DDF9-7CDA-E2A3-5B28FDD2B280}"/>
              </a:ext>
            </a:extLst>
          </p:cNvPr>
          <p:cNvSpPr/>
          <p:nvPr/>
        </p:nvSpPr>
        <p:spPr>
          <a:xfrm>
            <a:off x="23945" y="97491"/>
            <a:ext cx="1925169" cy="287031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Menus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E6D6E36E-574C-745A-23B9-5A682F01FC6F}"/>
              </a:ext>
            </a:extLst>
          </p:cNvPr>
          <p:cNvSpPr/>
          <p:nvPr/>
        </p:nvSpPr>
        <p:spPr>
          <a:xfrm>
            <a:off x="2973572" y="150189"/>
            <a:ext cx="8193974" cy="41563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2EE2169-EBC0-5ABB-1FF1-E7E581100B62}"/>
              </a:ext>
            </a:extLst>
          </p:cNvPr>
          <p:cNvSpPr/>
          <p:nvPr/>
        </p:nvSpPr>
        <p:spPr>
          <a:xfrm>
            <a:off x="60059" y="2420853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B000DF4-4725-5690-B2B5-CE905228EA89}"/>
              </a:ext>
            </a:extLst>
          </p:cNvPr>
          <p:cNvSpPr/>
          <p:nvPr/>
        </p:nvSpPr>
        <p:spPr>
          <a:xfrm>
            <a:off x="60058" y="4662183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F54EFDD-61B0-8158-48EB-B7CFD45C2DAD}"/>
              </a:ext>
            </a:extLst>
          </p:cNvPr>
          <p:cNvSpPr/>
          <p:nvPr/>
        </p:nvSpPr>
        <p:spPr>
          <a:xfrm>
            <a:off x="60058" y="5782848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6846EF7-44A2-39F1-939B-D45CF5CCC95D}"/>
              </a:ext>
            </a:extLst>
          </p:cNvPr>
          <p:cNvSpPr/>
          <p:nvPr/>
        </p:nvSpPr>
        <p:spPr>
          <a:xfrm>
            <a:off x="7106654" y="3854439"/>
            <a:ext cx="4667861" cy="27363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128467E-688C-02E3-B84C-42DD010CBB46}"/>
              </a:ext>
            </a:extLst>
          </p:cNvPr>
          <p:cNvSpPr/>
          <p:nvPr/>
        </p:nvSpPr>
        <p:spPr>
          <a:xfrm>
            <a:off x="7106654" y="841943"/>
            <a:ext cx="4667861" cy="27363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1272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5932C6-E50B-8B9F-D2D1-5C63017A8D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976E611F-E838-BB4E-9ECC-834A87E48797}"/>
              </a:ext>
            </a:extLst>
          </p:cNvPr>
          <p:cNvSpPr/>
          <p:nvPr/>
        </p:nvSpPr>
        <p:spPr>
          <a:xfrm rot="16200000">
            <a:off x="3641559" y="-1692443"/>
            <a:ext cx="6858000" cy="10242885"/>
          </a:xfrm>
          <a:prstGeom prst="round2SameRect">
            <a:avLst>
              <a:gd name="adj1" fmla="val 3158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88B69F1-467C-583E-3F7E-AC84AC22A702}"/>
              </a:ext>
            </a:extLst>
          </p:cNvPr>
          <p:cNvSpPr/>
          <p:nvPr/>
        </p:nvSpPr>
        <p:spPr>
          <a:xfrm>
            <a:off x="2251467" y="926626"/>
            <a:ext cx="4667861" cy="261489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D976B48-10F7-75B5-C4D0-A2FBA63E3C8C}"/>
              </a:ext>
            </a:extLst>
          </p:cNvPr>
          <p:cNvSpPr/>
          <p:nvPr/>
        </p:nvSpPr>
        <p:spPr>
          <a:xfrm>
            <a:off x="72034" y="3541518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B63EF37-A58B-D524-F18C-E5529E9A60E9}"/>
              </a:ext>
            </a:extLst>
          </p:cNvPr>
          <p:cNvSpPr/>
          <p:nvPr/>
        </p:nvSpPr>
        <p:spPr>
          <a:xfrm>
            <a:off x="0" y="2073670"/>
            <a:ext cx="1925169" cy="287031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Filtros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627BD7A-DDF9-7CDA-E2A3-5B28FDD2B280}"/>
              </a:ext>
            </a:extLst>
          </p:cNvPr>
          <p:cNvSpPr/>
          <p:nvPr/>
        </p:nvSpPr>
        <p:spPr>
          <a:xfrm>
            <a:off x="23945" y="97491"/>
            <a:ext cx="1925169" cy="287031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Menus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E6D6E36E-574C-745A-23B9-5A682F01FC6F}"/>
              </a:ext>
            </a:extLst>
          </p:cNvPr>
          <p:cNvSpPr/>
          <p:nvPr/>
        </p:nvSpPr>
        <p:spPr>
          <a:xfrm>
            <a:off x="2973572" y="150189"/>
            <a:ext cx="8193974" cy="41563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2EE2169-EBC0-5ABB-1FF1-E7E581100B62}"/>
              </a:ext>
            </a:extLst>
          </p:cNvPr>
          <p:cNvSpPr/>
          <p:nvPr/>
        </p:nvSpPr>
        <p:spPr>
          <a:xfrm>
            <a:off x="60059" y="2420853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B000DF4-4725-5690-B2B5-CE905228EA89}"/>
              </a:ext>
            </a:extLst>
          </p:cNvPr>
          <p:cNvSpPr/>
          <p:nvPr/>
        </p:nvSpPr>
        <p:spPr>
          <a:xfrm>
            <a:off x="60058" y="4662183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1F54EFDD-61B0-8158-48EB-B7CFD45C2DAD}"/>
              </a:ext>
            </a:extLst>
          </p:cNvPr>
          <p:cNvSpPr/>
          <p:nvPr/>
        </p:nvSpPr>
        <p:spPr>
          <a:xfrm>
            <a:off x="60058" y="5782848"/>
            <a:ext cx="1805049" cy="9480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A818E9A-C0A2-3425-7EAC-D230D0B7579B}"/>
              </a:ext>
            </a:extLst>
          </p:cNvPr>
          <p:cNvSpPr/>
          <p:nvPr/>
        </p:nvSpPr>
        <p:spPr>
          <a:xfrm>
            <a:off x="7221720" y="926625"/>
            <a:ext cx="4667861" cy="261489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2716134-A4A8-622A-0E8A-8B30CEEDCEAC}"/>
              </a:ext>
            </a:extLst>
          </p:cNvPr>
          <p:cNvSpPr/>
          <p:nvPr/>
        </p:nvSpPr>
        <p:spPr>
          <a:xfrm>
            <a:off x="7221679" y="3902316"/>
            <a:ext cx="4667861" cy="26155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7AE0203-FEF7-1FA0-59EA-C125242FAB58}"/>
              </a:ext>
            </a:extLst>
          </p:cNvPr>
          <p:cNvSpPr/>
          <p:nvPr/>
        </p:nvSpPr>
        <p:spPr>
          <a:xfrm>
            <a:off x="2251467" y="3931546"/>
            <a:ext cx="4667861" cy="26155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5138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Goncalves Queiruga</dc:creator>
  <cp:lastModifiedBy>Pedro Goncalves Queiruga</cp:lastModifiedBy>
  <cp:revision>6</cp:revision>
  <dcterms:created xsi:type="dcterms:W3CDTF">2026-01-27T20:41:46Z</dcterms:created>
  <dcterms:modified xsi:type="dcterms:W3CDTF">2026-01-28T22:23:47Z</dcterms:modified>
</cp:coreProperties>
</file>